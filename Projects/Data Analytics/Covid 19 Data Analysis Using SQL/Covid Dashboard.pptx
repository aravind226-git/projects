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CovidDashboard_17026154742550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2D692B8-0967-4DFD-A7BD-1F0E5C6C2653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Covid 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AD33BE62-15D1-4248-AF98-2BB0A9350EE5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12/11/2025 8:15:58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C4094F4F-0078-4984-BFFE-2F3F502344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860" y="690785"/>
            <a:ext cx="9336279" cy="547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2025-12-11T08:15:59Z</dcterms:created>
  <dcterms:modified xsi:type="dcterms:W3CDTF">2025-12-11T08:15:59Z</dcterms:modified>
</cp:coreProperties>
</file>